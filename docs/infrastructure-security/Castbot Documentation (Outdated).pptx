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46" r:id="rId2"/>
    <p:sldId id="54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62F6"/>
    <a:srgbClr val="FFF2CC"/>
    <a:srgbClr val="272B33"/>
    <a:srgbClr val="191925"/>
    <a:srgbClr val="EBF7FF"/>
    <a:srgbClr val="C1CBD4"/>
    <a:srgbClr val="E6F2FB"/>
    <a:srgbClr val="0081FF"/>
    <a:srgbClr val="DEEBF7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52" autoAdjust="0"/>
    <p:restoredTop sz="96247" autoAdjust="0"/>
  </p:normalViewPr>
  <p:slideViewPr>
    <p:cSldViewPr snapToGrid="0">
      <p:cViewPr>
        <p:scale>
          <a:sx n="125" d="100"/>
          <a:sy n="125" d="100"/>
        </p:scale>
        <p:origin x="4932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ece W" userId="169737f72feb7f04" providerId="LiveId" clId="{597ED1D5-127C-448C-985D-3FC51116C92E}"/>
    <pc:docChg chg="delSld delSection modSection">
      <pc:chgData name="Reece W" userId="169737f72feb7f04" providerId="LiveId" clId="{597ED1D5-127C-448C-985D-3FC51116C92E}" dt="2026-06-12T11:04:05.806" v="2" actId="17851"/>
      <pc:docMkLst>
        <pc:docMk/>
      </pc:docMkLst>
      <pc:sldChg chg="del">
        <pc:chgData name="Reece W" userId="169737f72feb7f04" providerId="LiveId" clId="{597ED1D5-127C-448C-985D-3FC51116C92E}" dt="2026-06-12T11:04:03.916" v="0" actId="47"/>
        <pc:sldMkLst>
          <pc:docMk/>
          <pc:sldMk cId="2448578879" sldId="536"/>
        </pc:sldMkLst>
      </pc:sldChg>
      <pc:sldChg chg="del">
        <pc:chgData name="Reece W" userId="169737f72feb7f04" providerId="LiveId" clId="{597ED1D5-127C-448C-985D-3FC51116C92E}" dt="2026-06-12T11:04:03.916" v="0" actId="47"/>
        <pc:sldMkLst>
          <pc:docMk/>
          <pc:sldMk cId="1806400218" sldId="537"/>
        </pc:sldMkLst>
      </pc:sldChg>
      <pc:sldChg chg="del">
        <pc:chgData name="Reece W" userId="169737f72feb7f04" providerId="LiveId" clId="{597ED1D5-127C-448C-985D-3FC51116C92E}" dt="2026-06-12T11:04:03.916" v="0" actId="47"/>
        <pc:sldMkLst>
          <pc:docMk/>
          <pc:sldMk cId="47363660" sldId="538"/>
        </pc:sldMkLst>
      </pc:sldChg>
      <pc:sldChg chg="del">
        <pc:chgData name="Reece W" userId="169737f72feb7f04" providerId="LiveId" clId="{597ED1D5-127C-448C-985D-3FC51116C92E}" dt="2026-06-12T11:04:03.916" v="0" actId="47"/>
        <pc:sldMkLst>
          <pc:docMk/>
          <pc:sldMk cId="1455265187" sldId="539"/>
        </pc:sldMkLst>
      </pc:sldChg>
      <pc:sldChg chg="del">
        <pc:chgData name="Reece W" userId="169737f72feb7f04" providerId="LiveId" clId="{597ED1D5-127C-448C-985D-3FC51116C92E}" dt="2026-06-12T11:04:03.916" v="0" actId="47"/>
        <pc:sldMkLst>
          <pc:docMk/>
          <pc:sldMk cId="1457323141" sldId="540"/>
        </pc:sldMkLst>
      </pc:sldChg>
      <pc:sldChg chg="del">
        <pc:chgData name="Reece W" userId="169737f72feb7f04" providerId="LiveId" clId="{597ED1D5-127C-448C-985D-3FC51116C92E}" dt="2026-06-12T11:04:03.916" v="0" actId="47"/>
        <pc:sldMkLst>
          <pc:docMk/>
          <pc:sldMk cId="27525308" sldId="541"/>
        </pc:sldMkLst>
      </pc:sldChg>
      <pc:sldChg chg="del">
        <pc:chgData name="Reece W" userId="169737f72feb7f04" providerId="LiveId" clId="{597ED1D5-127C-448C-985D-3FC51116C92E}" dt="2026-06-12T11:04:03.916" v="0" actId="47"/>
        <pc:sldMkLst>
          <pc:docMk/>
          <pc:sldMk cId="3427769404" sldId="542"/>
        </pc:sldMkLst>
      </pc:sldChg>
      <pc:sldChg chg="del">
        <pc:chgData name="Reece W" userId="169737f72feb7f04" providerId="LiveId" clId="{597ED1D5-127C-448C-985D-3FC51116C92E}" dt="2026-06-12T11:04:03.916" v="0" actId="47"/>
        <pc:sldMkLst>
          <pc:docMk/>
          <pc:sldMk cId="4044750345" sldId="543"/>
        </pc:sldMkLst>
      </pc:sldChg>
      <pc:sldChg chg="del">
        <pc:chgData name="Reece W" userId="169737f72feb7f04" providerId="LiveId" clId="{597ED1D5-127C-448C-985D-3FC51116C92E}" dt="2026-06-12T11:04:03.916" v="0" actId="47"/>
        <pc:sldMkLst>
          <pc:docMk/>
          <pc:sldMk cId="403861999" sldId="544"/>
        </pc:sldMkLst>
      </pc:sldChg>
      <pc:sldChg chg="del">
        <pc:chgData name="Reece W" userId="169737f72feb7f04" providerId="LiveId" clId="{597ED1D5-127C-448C-985D-3FC51116C92E}" dt="2026-06-12T11:04:03.916" v="0" actId="47"/>
        <pc:sldMkLst>
          <pc:docMk/>
          <pc:sldMk cId="3497923765" sldId="545"/>
        </pc:sldMkLst>
      </pc:sldChg>
      <pc:sldChg chg="del">
        <pc:chgData name="Reece W" userId="169737f72feb7f04" providerId="LiveId" clId="{597ED1D5-127C-448C-985D-3FC51116C92E}" dt="2026-06-12T11:04:03.916" v="0" actId="47"/>
        <pc:sldMkLst>
          <pc:docMk/>
          <pc:sldMk cId="2035495946" sldId="547"/>
        </pc:sldMkLst>
      </pc:sldChg>
      <pc:sldChg chg="del">
        <pc:chgData name="Reece W" userId="169737f72feb7f04" providerId="LiveId" clId="{597ED1D5-127C-448C-985D-3FC51116C92E}" dt="2026-06-12T11:04:03.916" v="0" actId="47"/>
        <pc:sldMkLst>
          <pc:docMk/>
          <pc:sldMk cId="4126626106" sldId="549"/>
        </pc:sldMkLst>
      </pc:sldChg>
      <pc:sldChg chg="del">
        <pc:chgData name="Reece W" userId="169737f72feb7f04" providerId="LiveId" clId="{597ED1D5-127C-448C-985D-3FC51116C92E}" dt="2026-06-12T11:04:03.916" v="0" actId="47"/>
        <pc:sldMkLst>
          <pc:docMk/>
          <pc:sldMk cId="2968175320" sldId="550"/>
        </pc:sldMkLst>
      </pc:sldChg>
      <pc:sldChg chg="del">
        <pc:chgData name="Reece W" userId="169737f72feb7f04" providerId="LiveId" clId="{597ED1D5-127C-448C-985D-3FC51116C92E}" dt="2026-06-12T11:04:03.916" v="0" actId="47"/>
        <pc:sldMkLst>
          <pc:docMk/>
          <pc:sldMk cId="178675014" sldId="551"/>
        </pc:sldMkLst>
      </pc:sldChg>
      <pc:sldChg chg="del">
        <pc:chgData name="Reece W" userId="169737f72feb7f04" providerId="LiveId" clId="{597ED1D5-127C-448C-985D-3FC51116C92E}" dt="2026-06-12T11:04:03.916" v="0" actId="47"/>
        <pc:sldMkLst>
          <pc:docMk/>
          <pc:sldMk cId="3253085083" sldId="55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98BD8C-D864-496B-91D1-D2ED96F1BD7F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C74F4F-9104-411E-9706-C1FCDE1E30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597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98585-97F9-12B9-BCA0-316C2EE56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574BA-5C45-657F-5A5D-9CC28E625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3601D-F2ED-618A-574D-7BC9319F8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022A-13EE-4F0D-843A-7F3D8D01A660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BEF05-0362-5F2C-1CE6-62565CA8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1F117-81C0-5561-23D9-83FA6A50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481C-9B8D-420B-98EE-0D32C5A9AD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69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05B62-2F33-F9ED-B65A-BF84A674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A795C-6386-F26B-BC4A-D6C22A7FF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837A1-752C-E68A-2371-60D9D4DDD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022A-13EE-4F0D-843A-7F3D8D01A660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21941-731E-A6F9-9438-A85157F70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6F01F-3E11-2631-1A93-F5CE07422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481C-9B8D-420B-98EE-0D32C5A9AD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85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3B151-EC44-FA9F-B892-925800D67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6BD6D-B9CD-6EB1-EA04-ED1568690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19814-1C03-4573-4C50-0997DE6EC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022A-13EE-4F0D-843A-7F3D8D01A660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67107-66E9-0770-890C-5CC030792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76905-8249-1A86-F9F6-1AA794EDB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481C-9B8D-420B-98EE-0D32C5A9AD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5622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5389D-2858-A99D-7BEC-A4BA7CE9B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C7549-43BC-7203-6573-0B822581E2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CC430-F7A4-F0A5-A941-524C43716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5A104-B966-1380-38B5-F6264F49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022A-13EE-4F0D-843A-7F3D8D01A660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3A737-D083-EBED-8F50-E73638D9F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2465E-3635-B96C-C8D7-DB4D504E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481C-9B8D-420B-98EE-0D32C5A9AD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1797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256E-77EA-B31E-5D7C-695D6DB57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1A7C4-70AE-B600-587E-0704B0E07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BDE04-FA66-7B64-BA22-D96D17B15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4E097-B106-8CF9-1652-622782C76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C1213-9EED-FCFA-9CAC-69004893A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C7918-7F51-2BD4-931B-F51987113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022A-13EE-4F0D-843A-7F3D8D01A660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B594A-0B4A-4545-B06F-E8D17B2C5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03300-DE99-90E7-4818-ADA6E0EF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481C-9B8D-420B-98EE-0D32C5A9AD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2017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0026-C2CD-7010-F4E6-1B6AC651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5B88E-8CBF-040E-F52A-1F87BB35D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022A-13EE-4F0D-843A-7F3D8D01A660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406B8D-3613-B152-31A1-64F9A0FC0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D0EC0-6E70-CE19-8D3E-1385BA6B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481C-9B8D-420B-98EE-0D32C5A9AD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106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64C9B4-EA99-7C4B-49B2-8EAC90F3D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022A-13EE-4F0D-843A-7F3D8D01A660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B54A27-98A6-F75B-BB6D-9E93CA8EC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6C8C2-1E2C-B101-7D5E-CFD506858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481C-9B8D-420B-98EE-0D32C5A9AD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429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E5B8-FC80-D49D-B2A1-83A85855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7BCCD-70CC-E17C-0B8A-5788FC18C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AD6785-792B-3931-4EE7-0C0C11207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46F47-7694-196B-46CF-FC3A35075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022A-13EE-4F0D-843A-7F3D8D01A660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12851-1756-6E2A-04D9-717565612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B452E-9C7B-F0EA-72AE-23FA0CDCD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481C-9B8D-420B-98EE-0D32C5A9AD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46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CBBD-2BD7-02A5-E136-1B3E1DC15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BFEFCF-ABBF-EC34-DC4A-B65C2C1A3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E2AD6-2090-BC45-F0CD-FC67258B4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6A4C1-2827-2C3C-9A47-097D1634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022A-13EE-4F0D-843A-7F3D8D01A660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EF88-DC25-B9AA-0021-1D6B61FFF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7BAE8-F897-4D30-18CA-22D6CFD32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481C-9B8D-420B-98EE-0D32C5A9AD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7846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29529-C4C9-1605-7FCB-758D5B79F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86120-14FA-0B09-6721-D8F48A55A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E6233-FCC5-6728-0D8E-2B38C0D7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022A-13EE-4F0D-843A-7F3D8D01A660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D5282-4B6C-689F-3BD3-98543E1EB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54F82-D278-1753-977D-0DD6284E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481C-9B8D-420B-98EE-0D32C5A9AD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175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72898-63ED-3FFF-897C-A32AE6183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A376B-00F6-5B4B-C252-5D8E035B7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96A8A-FD96-4EFD-54C7-20E74D5E1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022A-13EE-4F0D-843A-7F3D8D01A660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5BFB1-5BBC-CE24-FC83-0F1FDF842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C574C-F9F8-F8A4-AC3A-522810D94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481C-9B8D-420B-98EE-0D32C5A9AD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812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2AE8B3-D065-67B2-EF09-C880D9EAE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D08F3-7DEB-80B5-6C05-64FBC81AA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D6400-C1D7-9C4B-28A5-AB0867851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8022A-13EE-4F0D-843A-7F3D8D01A660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A564F-10CB-28DC-8208-16D507470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45C61-78AB-7C88-499D-712A5E308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9481C-9B8D-420B-98EE-0D32C5A9AD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3054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76C00-798E-D5E7-7574-21641D7A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5F660833-60B3-ABB8-A81E-A536CA2E5F35}"/>
              </a:ext>
            </a:extLst>
          </p:cNvPr>
          <p:cNvSpPr/>
          <p:nvPr/>
        </p:nvSpPr>
        <p:spPr>
          <a:xfrm>
            <a:off x="324058" y="4066783"/>
            <a:ext cx="2734372" cy="260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Discord [Admin Console]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Castbot Application</a:t>
            </a:r>
            <a:endParaRPr kumimoji="0" lang="en-AU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567C9B-9A56-FB68-BFAE-A33C957FE341}"/>
              </a:ext>
            </a:extLst>
          </p:cNvPr>
          <p:cNvSpPr/>
          <p:nvPr/>
        </p:nvSpPr>
        <p:spPr>
          <a:xfrm>
            <a:off x="371827" y="4483019"/>
            <a:ext cx="2605830" cy="186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144000" bIns="0" rtlCol="0" anchor="t"/>
          <a:lstStyle/>
          <a:p>
            <a:pPr algn="r">
              <a:spcAft>
                <a:spcPts val="100"/>
              </a:spcAft>
            </a:pPr>
            <a:r>
              <a:rPr lang="en-US" sz="800" b="1" dirty="0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Interactions Endpoint</a:t>
            </a:r>
          </a:p>
          <a:p>
            <a:pPr algn="r"/>
            <a:r>
              <a:rPr lang="en-US" sz="600" dirty="0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https://castbotaws.reecewagner.com/interactions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5952811-FF7B-65AA-6FAE-18E8FE34100F}"/>
              </a:ext>
            </a:extLst>
          </p:cNvPr>
          <p:cNvSpPr/>
          <p:nvPr/>
        </p:nvSpPr>
        <p:spPr>
          <a:xfrm>
            <a:off x="453027" y="4854417"/>
            <a:ext cx="964250" cy="1426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dirty="0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Instant (&lt;3s)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Synchronous / Request-Response</a:t>
            </a:r>
            <a:endParaRPr kumimoji="0" lang="en-AU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B0FF91-0409-1907-D1B4-E631BA33C9AE}"/>
              </a:ext>
            </a:extLst>
          </p:cNvPr>
          <p:cNvSpPr/>
          <p:nvPr/>
        </p:nvSpPr>
        <p:spPr>
          <a:xfrm>
            <a:off x="1465046" y="4854417"/>
            <a:ext cx="1414341" cy="1426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dirty="0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Deferred Response (&lt;15m)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Async / Request –Acknowledge-Response</a:t>
            </a:r>
            <a:endParaRPr kumimoji="0" lang="en-AU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7B1368-1CFF-295E-8026-49228E1A364D}"/>
              </a:ext>
            </a:extLst>
          </p:cNvPr>
          <p:cNvSpPr/>
          <p:nvPr/>
        </p:nvSpPr>
        <p:spPr>
          <a:xfrm>
            <a:off x="324058" y="1286718"/>
            <a:ext cx="2734372" cy="1130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User / Player / Admin client</a:t>
            </a:r>
            <a:endParaRPr kumimoji="0" lang="en-AU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A72826D-01DE-2FEC-0505-65E1C2111589}"/>
              </a:ext>
            </a:extLst>
          </p:cNvPr>
          <p:cNvSpPr/>
          <p:nvPr/>
        </p:nvSpPr>
        <p:spPr>
          <a:xfrm>
            <a:off x="399417" y="1598590"/>
            <a:ext cx="2578238" cy="782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72000" bIns="7200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Message</a:t>
            </a:r>
            <a:endParaRPr kumimoji="0" lang="en-AU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80795D-36BE-50C7-6D92-EF024BF02B9A}"/>
              </a:ext>
            </a:extLst>
          </p:cNvPr>
          <p:cNvSpPr/>
          <p:nvPr/>
        </p:nvSpPr>
        <p:spPr>
          <a:xfrm>
            <a:off x="4724399" y="886371"/>
            <a:ext cx="5630047" cy="4995620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bIns="72000" rtlCol="0" anchor="t"/>
          <a:lstStyle/>
          <a:p>
            <a:pPr marL="2698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AWS Lightsail | </a:t>
            </a: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Ubuntu | bitnami |https://castbot.reecewagner.com | 13.238.148.170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176F42-A749-C94F-3D50-708EAC4B108C}"/>
              </a:ext>
            </a:extLst>
          </p:cNvPr>
          <p:cNvSpPr/>
          <p:nvPr/>
        </p:nvSpPr>
        <p:spPr>
          <a:xfrm>
            <a:off x="0" y="0"/>
            <a:ext cx="12192000" cy="7040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334FAD-3769-6AF5-44BB-50D14F8C558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0408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CASTBOT PROD ARCHITECTRURE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9FEFFF8-C83C-D49F-929F-D9956B3C6984}"/>
              </a:ext>
            </a:extLst>
          </p:cNvPr>
          <p:cNvSpPr/>
          <p:nvPr/>
        </p:nvSpPr>
        <p:spPr>
          <a:xfrm>
            <a:off x="371826" y="6412451"/>
            <a:ext cx="2605829" cy="16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🔑 Credentials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1D7010-B0CB-AB6A-646F-4E2F57D117A6}"/>
              </a:ext>
            </a:extLst>
          </p:cNvPr>
          <p:cNvSpPr/>
          <p:nvPr/>
        </p:nvSpPr>
        <p:spPr>
          <a:xfrm>
            <a:off x="4818558" y="3381052"/>
            <a:ext cx="3973079" cy="11212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app.js | </a:t>
            </a: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Express App |Port 3000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B42592C-7513-7EAD-5CB5-E5924DF74BF6}"/>
              </a:ext>
            </a:extLst>
          </p:cNvPr>
          <p:cNvSpPr/>
          <p:nvPr/>
        </p:nvSpPr>
        <p:spPr>
          <a:xfrm>
            <a:off x="4888819" y="3683881"/>
            <a:ext cx="3822565" cy="2247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discord-interactions (v2 API)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757705-B096-47C5-0F3D-19713A2E9C3D}"/>
              </a:ext>
            </a:extLst>
          </p:cNvPr>
          <p:cNvSpPr/>
          <p:nvPr/>
        </p:nvSpPr>
        <p:spPr>
          <a:xfrm>
            <a:off x="4879517" y="3962760"/>
            <a:ext cx="1815253" cy="2247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express : node.js app framework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1723CD6-4BB6-D5EF-342A-3461CC070C83}"/>
              </a:ext>
            </a:extLst>
          </p:cNvPr>
          <p:cNvSpPr/>
          <p:nvPr/>
        </p:nvSpPr>
        <p:spPr>
          <a:xfrm>
            <a:off x="4818560" y="4854418"/>
            <a:ext cx="3488862" cy="3504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▶️ node app.js (node 22.11.0)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Start express </a:t>
            </a:r>
            <a:r>
              <a:rPr lang="en-US" sz="900" noProof="1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server running </a:t>
            </a: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app? | Port 3000 [localhost:</a:t>
            </a:r>
            <a:r>
              <a:rPr lang="en-US" sz="900" noProof="1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3000</a:t>
            </a: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241D78-F4DF-2AE2-E81B-EFECA34BF685}"/>
              </a:ext>
            </a:extLst>
          </p:cNvPr>
          <p:cNvSpPr/>
          <p:nvPr/>
        </p:nvSpPr>
        <p:spPr>
          <a:xfrm rot="16200000">
            <a:off x="636779" y="3794546"/>
            <a:ext cx="5381418" cy="365760"/>
          </a:xfrm>
          <a:prstGeom prst="rect">
            <a:avLst/>
          </a:prstGeom>
          <a:solidFill>
            <a:srgbClr val="5662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Discord (HTTP API)</a:t>
            </a:r>
            <a:endParaRPr kumimoji="0" lang="en-AU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B6205A6-E911-C582-871C-7970AEBF41C0}"/>
              </a:ext>
            </a:extLst>
          </p:cNvPr>
          <p:cNvSpPr/>
          <p:nvPr/>
        </p:nvSpPr>
        <p:spPr>
          <a:xfrm rot="16200000">
            <a:off x="3120968" y="1438502"/>
            <a:ext cx="412069" cy="30488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PUT</a:t>
            </a:r>
            <a:endParaRPr kumimoji="0" lang="en-AU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6763154-2ABB-CFD3-78E7-CE83F132CD31}"/>
              </a:ext>
            </a:extLst>
          </p:cNvPr>
          <p:cNvSpPr/>
          <p:nvPr/>
        </p:nvSpPr>
        <p:spPr>
          <a:xfrm rot="16200000">
            <a:off x="3137692" y="4151686"/>
            <a:ext cx="378620" cy="30488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GET</a:t>
            </a:r>
            <a:endParaRPr kumimoji="0" lang="en-AU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3857C79-BAD9-D928-2960-6EACE7A528AF}"/>
              </a:ext>
            </a:extLst>
          </p:cNvPr>
          <p:cNvSpPr/>
          <p:nvPr/>
        </p:nvSpPr>
        <p:spPr>
          <a:xfrm>
            <a:off x="4724399" y="5957347"/>
            <a:ext cx="5630047" cy="324000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bIns="72000" rtlCol="0" anchor="ctr"/>
          <a:lstStyle/>
          <a:p>
            <a:pPr marL="2698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DigitalOcean | </a:t>
            </a:r>
            <a:r>
              <a:rPr kumimoji="0" lang="en-US" sz="105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DNS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B7490E0-B0B7-574E-CB84-42AE312DA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9" t="10417" r="23056" b="35972"/>
          <a:stretch/>
        </p:blipFill>
        <p:spPr bwMode="auto">
          <a:xfrm>
            <a:off x="4811535" y="6026857"/>
            <a:ext cx="179268" cy="181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C83BBD98-53D6-000A-D942-E1369E15C2AB}"/>
              </a:ext>
            </a:extLst>
          </p:cNvPr>
          <p:cNvSpPr/>
          <p:nvPr/>
        </p:nvSpPr>
        <p:spPr>
          <a:xfrm>
            <a:off x="4724399" y="6344136"/>
            <a:ext cx="5630047" cy="324000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bIns="72000" rtlCol="0" anchor="ctr"/>
          <a:lstStyle/>
          <a:p>
            <a:pPr marL="2698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Hover | </a:t>
            </a:r>
            <a:r>
              <a:rPr kumimoji="0" lang="en-US" sz="105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Domain Registrar</a:t>
            </a:r>
          </a:p>
        </p:txBody>
      </p:sp>
      <p:pic>
        <p:nvPicPr>
          <p:cNvPr id="52" name="Picture 8">
            <a:extLst>
              <a:ext uri="{FF2B5EF4-FFF2-40B4-BE49-F238E27FC236}">
                <a16:creationId xmlns:a16="http://schemas.microsoft.com/office/drawing/2014/main" id="{CC229115-AB9F-4F4A-771F-FBF4B1FB5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834" y="6412451"/>
            <a:ext cx="174970" cy="174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142BA47F-A7A0-82BE-F236-977B8F7C817C}"/>
              </a:ext>
            </a:extLst>
          </p:cNvPr>
          <p:cNvSpPr/>
          <p:nvPr/>
        </p:nvSpPr>
        <p:spPr>
          <a:xfrm>
            <a:off x="6799003" y="6416318"/>
            <a:ext cx="1912382" cy="189798"/>
          </a:xfrm>
          <a:prstGeom prst="rect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Registrar</a:t>
            </a: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 | reecewagner.com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1709A8C-22F8-D385-C577-D70A8A7DFA20}"/>
              </a:ext>
            </a:extLst>
          </p:cNvPr>
          <p:cNvSpPr/>
          <p:nvPr/>
        </p:nvSpPr>
        <p:spPr>
          <a:xfrm>
            <a:off x="8766492" y="6416318"/>
            <a:ext cx="1487172" cy="189798"/>
          </a:xfrm>
          <a:prstGeom prst="rect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ns records </a:t>
            </a: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|DigitalOcean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138B5F3-37BE-5F9E-B94F-FC89B24202FC}"/>
              </a:ext>
            </a:extLst>
          </p:cNvPr>
          <p:cNvSpPr/>
          <p:nvPr/>
        </p:nvSpPr>
        <p:spPr>
          <a:xfrm>
            <a:off x="6799004" y="6027660"/>
            <a:ext cx="3454660" cy="189798"/>
          </a:xfrm>
          <a:prstGeom prst="rect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A record</a:t>
            </a: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 |castbot.reecewagner.com | x.x.x.x | TTL 300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08164CB-1B3A-171A-C552-A0F58F292894}"/>
              </a:ext>
            </a:extLst>
          </p:cNvPr>
          <p:cNvSpPr/>
          <p:nvPr/>
        </p:nvSpPr>
        <p:spPr>
          <a:xfrm>
            <a:off x="4818561" y="5555014"/>
            <a:ext cx="5435104" cy="252000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🔀Reverse Proxy (nginx)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C1E36EF-A16C-5F04-CAB2-383FD4F70E5F}"/>
              </a:ext>
            </a:extLst>
          </p:cNvPr>
          <p:cNvCxnSpPr>
            <a:cxnSpLocks/>
            <a:endCxn id="60" idx="0"/>
          </p:cNvCxnSpPr>
          <p:nvPr/>
        </p:nvCxnSpPr>
        <p:spPr>
          <a:xfrm flipH="1">
            <a:off x="9510078" y="6217458"/>
            <a:ext cx="2721" cy="198860"/>
          </a:xfrm>
          <a:prstGeom prst="line">
            <a:avLst/>
          </a:prstGeom>
          <a:ln w="19050">
            <a:solidFill>
              <a:srgbClr val="5662F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BBB76DF-B8CB-4F65-266A-16854D1BD5E8}"/>
              </a:ext>
            </a:extLst>
          </p:cNvPr>
          <p:cNvCxnSpPr>
            <a:cxnSpLocks/>
            <a:endCxn id="61" idx="0"/>
          </p:cNvCxnSpPr>
          <p:nvPr/>
        </p:nvCxnSpPr>
        <p:spPr>
          <a:xfrm>
            <a:off x="8526334" y="5807014"/>
            <a:ext cx="0" cy="220646"/>
          </a:xfrm>
          <a:prstGeom prst="line">
            <a:avLst/>
          </a:prstGeom>
          <a:ln w="19050">
            <a:solidFill>
              <a:srgbClr val="5662F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CA772CA7-0BED-39A9-7958-83FEA4EEF01D}"/>
              </a:ext>
            </a:extLst>
          </p:cNvPr>
          <p:cNvSpPr/>
          <p:nvPr/>
        </p:nvSpPr>
        <p:spPr>
          <a:xfrm>
            <a:off x="6479440" y="5586115"/>
            <a:ext cx="3721994" cy="189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443 &lt;&gt; 3000 (Let’s Encrypt) | castbot.reecewagner.com | SSL</a:t>
            </a:r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C2AF496-DD37-F8BA-765B-A325EFBEA59C}"/>
              </a:ext>
            </a:extLst>
          </p:cNvPr>
          <p:cNvSpPr/>
          <p:nvPr/>
        </p:nvSpPr>
        <p:spPr>
          <a:xfrm>
            <a:off x="4818561" y="5275747"/>
            <a:ext cx="5435104" cy="252000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🧱Firewall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38C1A6C-0FAA-86D1-8B49-1DC915580FF5}"/>
              </a:ext>
            </a:extLst>
          </p:cNvPr>
          <p:cNvSpPr/>
          <p:nvPr/>
        </p:nvSpPr>
        <p:spPr>
          <a:xfrm>
            <a:off x="6479440" y="5306712"/>
            <a:ext cx="3721993" cy="189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127.0.0.1:3000</a:t>
            </a:r>
          </a:p>
        </p:txBody>
      </p:sp>
      <p:pic>
        <p:nvPicPr>
          <p:cNvPr id="6" name="Picture 4" descr="Amazon Lightsail Logo PNG Transparent &amp; SVG Vector - Freebie Supply">
            <a:extLst>
              <a:ext uri="{FF2B5EF4-FFF2-40B4-BE49-F238E27FC236}">
                <a16:creationId xmlns:a16="http://schemas.microsoft.com/office/drawing/2014/main" id="{2BDD2A2E-CADA-49E5-5763-DFF980E3A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0987" y="926671"/>
            <a:ext cx="240364" cy="240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96538B4-3DB5-8181-89DC-4EEB1FAB8DF6}"/>
              </a:ext>
            </a:extLst>
          </p:cNvPr>
          <p:cNvSpPr/>
          <p:nvPr/>
        </p:nvSpPr>
        <p:spPr>
          <a:xfrm>
            <a:off x="8865147" y="1214403"/>
            <a:ext cx="1403123" cy="1755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playerData.json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1ACCFC-00CA-60C8-7BF4-EDEAF03EF33D}"/>
              </a:ext>
            </a:extLst>
          </p:cNvPr>
          <p:cNvSpPr/>
          <p:nvPr/>
        </p:nvSpPr>
        <p:spPr>
          <a:xfrm>
            <a:off x="8928096" y="1442303"/>
            <a:ext cx="1273338" cy="1437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Servers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A38408-65A6-7FE0-C2DC-151D0F4F1DA1}"/>
              </a:ext>
            </a:extLst>
          </p:cNvPr>
          <p:cNvSpPr/>
          <p:nvPr/>
        </p:nvSpPr>
        <p:spPr>
          <a:xfrm>
            <a:off x="4818558" y="2596476"/>
            <a:ext cx="3990883" cy="299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noProof="1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commands</a:t>
            </a: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.js</a:t>
            </a:r>
            <a:endParaRPr kumimoji="0" lang="en-US" sz="90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CD9B00-80DA-977E-1A2C-FBE20A58E537}"/>
              </a:ext>
            </a:extLst>
          </p:cNvPr>
          <p:cNvSpPr/>
          <p:nvPr/>
        </p:nvSpPr>
        <p:spPr>
          <a:xfrm>
            <a:off x="5813416" y="2651281"/>
            <a:ext cx="1154278" cy="1749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>
              <a:defRPr/>
            </a:pPr>
            <a:r>
              <a:rPr lang="en-US" sz="700" noProof="1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/menu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424048-155D-DA6D-0F7A-2A699DD84AF6}"/>
              </a:ext>
            </a:extLst>
          </p:cNvPr>
          <p:cNvSpPr/>
          <p:nvPr/>
        </p:nvSpPr>
        <p:spPr>
          <a:xfrm>
            <a:off x="7034957" y="2651281"/>
            <a:ext cx="1154278" cy="1749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lvl="0">
              <a:defRPr/>
            </a:pPr>
            <a:r>
              <a:rPr lang="en-US" sz="700" noProof="1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/castlist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E4748D-39B1-EE53-EE56-3B1EB7ACC2D3}"/>
              </a:ext>
            </a:extLst>
          </p:cNvPr>
          <p:cNvSpPr/>
          <p:nvPr/>
        </p:nvSpPr>
        <p:spPr>
          <a:xfrm>
            <a:off x="4833167" y="4578932"/>
            <a:ext cx="5435104" cy="213181"/>
          </a:xfrm>
          <a:prstGeom prst="rect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.env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311B1C-0FF2-C8E3-C1F6-ABA498637857}"/>
              </a:ext>
            </a:extLst>
          </p:cNvPr>
          <p:cNvSpPr/>
          <p:nvPr/>
        </p:nvSpPr>
        <p:spPr>
          <a:xfrm>
            <a:off x="4885274" y="4626299"/>
            <a:ext cx="1010863" cy="1291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🔑 Credentials (.env)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2A8971F-654E-138B-84D0-3D4E97986A45}"/>
              </a:ext>
            </a:extLst>
          </p:cNvPr>
          <p:cNvSpPr/>
          <p:nvPr/>
        </p:nvSpPr>
        <p:spPr>
          <a:xfrm rot="16200000">
            <a:off x="3120967" y="4593990"/>
            <a:ext cx="412069" cy="30488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PUT</a:t>
            </a:r>
            <a:endParaRPr kumimoji="0" lang="en-AU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64E2B33-CE02-AED7-FA78-59235B0E1B1A}"/>
              </a:ext>
            </a:extLst>
          </p:cNvPr>
          <p:cNvSpPr/>
          <p:nvPr/>
        </p:nvSpPr>
        <p:spPr>
          <a:xfrm>
            <a:off x="8980322" y="1672356"/>
            <a:ext cx="1154278" cy="183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Season Applications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FA6D16-EF75-C825-358C-CEB8024AAA26}"/>
              </a:ext>
            </a:extLst>
          </p:cNvPr>
          <p:cNvSpPr/>
          <p:nvPr/>
        </p:nvSpPr>
        <p:spPr>
          <a:xfrm>
            <a:off x="8980322" y="1888944"/>
            <a:ext cx="1154278" cy="1947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Players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C4DAB6-5F85-8C28-2FB5-BD89D22E1C4F}"/>
              </a:ext>
            </a:extLst>
          </p:cNvPr>
          <p:cNvSpPr/>
          <p:nvPr/>
        </p:nvSpPr>
        <p:spPr>
          <a:xfrm>
            <a:off x="8980322" y="2143965"/>
            <a:ext cx="1154278" cy="3601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Tribes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3B5DD0-31C3-4D12-26E6-AFBB4956A22E}"/>
              </a:ext>
            </a:extLst>
          </p:cNvPr>
          <p:cNvSpPr/>
          <p:nvPr/>
        </p:nvSpPr>
        <p:spPr>
          <a:xfrm>
            <a:off x="8980322" y="2546219"/>
            <a:ext cx="1154278" cy="228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Castlists (new)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00CC6A-B6DA-CECA-32D2-A40025A85C3F}"/>
              </a:ext>
            </a:extLst>
          </p:cNvPr>
          <p:cNvSpPr/>
          <p:nvPr/>
        </p:nvSpPr>
        <p:spPr>
          <a:xfrm>
            <a:off x="9023410" y="2329886"/>
            <a:ext cx="634940" cy="127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Castlists (legacy)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BA2583-22D9-5ADA-9D58-52FF9813F558}"/>
              </a:ext>
            </a:extLst>
          </p:cNvPr>
          <p:cNvSpPr/>
          <p:nvPr/>
        </p:nvSpPr>
        <p:spPr>
          <a:xfrm>
            <a:off x="4833167" y="3071868"/>
            <a:ext cx="3976272" cy="2267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pm2 | </a:t>
            </a:r>
            <a:r>
              <a:rPr kumimoji="0" lang="en-US" sz="90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process monitoring and logging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3C0794-1DCB-F373-2AB7-F1D72F7F47EE}"/>
              </a:ext>
            </a:extLst>
          </p:cNvPr>
          <p:cNvSpPr/>
          <p:nvPr/>
        </p:nvSpPr>
        <p:spPr>
          <a:xfrm>
            <a:off x="8865147" y="3087052"/>
            <a:ext cx="1403123" cy="14339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safariContent.json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05EF240-ABAC-933D-CE81-57241314AE64}"/>
              </a:ext>
            </a:extLst>
          </p:cNvPr>
          <p:cNvSpPr/>
          <p:nvPr/>
        </p:nvSpPr>
        <p:spPr>
          <a:xfrm>
            <a:off x="8928096" y="3287453"/>
            <a:ext cx="1273338" cy="11537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Servers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A688E6E-3A8B-BE67-BB81-E946B3C855EA}"/>
              </a:ext>
            </a:extLst>
          </p:cNvPr>
          <p:cNvSpPr/>
          <p:nvPr/>
        </p:nvSpPr>
        <p:spPr>
          <a:xfrm>
            <a:off x="8980322" y="3483806"/>
            <a:ext cx="1154278" cy="183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Items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11FF272-54E4-20B5-57B0-F031255AD92F}"/>
              </a:ext>
            </a:extLst>
          </p:cNvPr>
          <p:cNvSpPr/>
          <p:nvPr/>
        </p:nvSpPr>
        <p:spPr>
          <a:xfrm>
            <a:off x="8980322" y="3697581"/>
            <a:ext cx="1154278" cy="465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Stores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0AEFF81-AE3D-C046-285A-55FD285D8BB0}"/>
              </a:ext>
            </a:extLst>
          </p:cNvPr>
          <p:cNvSpPr/>
          <p:nvPr/>
        </p:nvSpPr>
        <p:spPr>
          <a:xfrm>
            <a:off x="8980322" y="4194595"/>
            <a:ext cx="1154278" cy="183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Custom Actions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144BF46-ED07-5AF0-8012-584B61A572A9}"/>
              </a:ext>
            </a:extLst>
          </p:cNvPr>
          <p:cNvSpPr/>
          <p:nvPr/>
        </p:nvSpPr>
        <p:spPr>
          <a:xfrm>
            <a:off x="9053832" y="3928128"/>
            <a:ext cx="1030508" cy="183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Sold Items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3EAA5A0-4A91-3E1A-33D6-4478605E2E85}"/>
              </a:ext>
            </a:extLst>
          </p:cNvPr>
          <p:cNvSpPr/>
          <p:nvPr/>
        </p:nvSpPr>
        <p:spPr>
          <a:xfrm>
            <a:off x="4818559" y="1211017"/>
            <a:ext cx="2866292" cy="12533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Various Feature Files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6BBEAF5-DB33-7BEC-517E-896DF556916C}"/>
              </a:ext>
            </a:extLst>
          </p:cNvPr>
          <p:cNvSpPr/>
          <p:nvPr/>
        </p:nvSpPr>
        <p:spPr>
          <a:xfrm>
            <a:off x="4902798" y="1444691"/>
            <a:ext cx="874374" cy="4356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Castlist Files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1F54D13-9E6B-604E-1865-C35F6F1F5CC7}"/>
              </a:ext>
            </a:extLst>
          </p:cNvPr>
          <p:cNvSpPr/>
          <p:nvPr/>
        </p:nvSpPr>
        <p:spPr>
          <a:xfrm>
            <a:off x="5820260" y="1444691"/>
            <a:ext cx="874374" cy="4356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Season Apps Files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25A7270-DD14-C38B-BFA9-036CF5F57568}"/>
              </a:ext>
            </a:extLst>
          </p:cNvPr>
          <p:cNvSpPr/>
          <p:nvPr/>
        </p:nvSpPr>
        <p:spPr>
          <a:xfrm>
            <a:off x="6737722" y="1444691"/>
            <a:ext cx="874374" cy="4356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Roles (Pronouns Timezones)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8C899EE-4849-0638-DF82-22135BEA56D9}"/>
              </a:ext>
            </a:extLst>
          </p:cNvPr>
          <p:cNvSpPr/>
          <p:nvPr/>
        </p:nvSpPr>
        <p:spPr>
          <a:xfrm>
            <a:off x="4902798" y="1917882"/>
            <a:ext cx="874374" cy="4356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lvl="0" algn="ctr">
              <a:defRPr/>
            </a:pPr>
            <a:r>
              <a:rPr lang="en-US" sz="800" noProof="1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Safari General Files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9AD245A-2206-305F-5AEE-46202D215128}"/>
              </a:ext>
            </a:extLst>
          </p:cNvPr>
          <p:cNvSpPr/>
          <p:nvPr/>
        </p:nvSpPr>
        <p:spPr>
          <a:xfrm>
            <a:off x="5820260" y="1917882"/>
            <a:ext cx="874374" cy="4356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lvl="0" algn="ctr">
              <a:defRPr/>
            </a:pPr>
            <a:r>
              <a:rPr lang="en-US" sz="800" noProof="1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Safari Map Files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687A7E9-2E32-66B6-4196-7B3904AC6011}"/>
              </a:ext>
            </a:extLst>
          </p:cNvPr>
          <p:cNvSpPr/>
          <p:nvPr/>
        </p:nvSpPr>
        <p:spPr>
          <a:xfrm>
            <a:off x="6737722" y="1917882"/>
            <a:ext cx="874374" cy="4356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…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95FCB9-4DDD-84FD-D7AF-AC14392956E1}"/>
              </a:ext>
            </a:extLst>
          </p:cNvPr>
          <p:cNvSpPr/>
          <p:nvPr/>
        </p:nvSpPr>
        <p:spPr>
          <a:xfrm>
            <a:off x="7769090" y="1211018"/>
            <a:ext cx="1029221" cy="12533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Enablers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707D103-DCDF-2D40-A172-B085B7FD6DCB}"/>
              </a:ext>
            </a:extLst>
          </p:cNvPr>
          <p:cNvSpPr/>
          <p:nvPr/>
        </p:nvSpPr>
        <p:spPr>
          <a:xfrm>
            <a:off x="7837812" y="1442705"/>
            <a:ext cx="874374" cy="1825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Button Factory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F324E35-9A21-83DE-836E-18ADF5125B1A}"/>
              </a:ext>
            </a:extLst>
          </p:cNvPr>
          <p:cNvSpPr/>
          <p:nvPr/>
        </p:nvSpPr>
        <p:spPr>
          <a:xfrm>
            <a:off x="7837812" y="1663271"/>
            <a:ext cx="874374" cy="2790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lvl="0" algn="ctr">
              <a:defRPr/>
            </a:pPr>
            <a:r>
              <a:rPr lang="en-US" sz="800" noProof="1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Entity Framework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A6F5E7A-7C2B-B960-8951-251A386ACA00}"/>
              </a:ext>
            </a:extLst>
          </p:cNvPr>
          <p:cNvSpPr/>
          <p:nvPr/>
        </p:nvSpPr>
        <p:spPr>
          <a:xfrm>
            <a:off x="7837812" y="1970543"/>
            <a:ext cx="874374" cy="1825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Menu System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43FA499-DB9A-CD46-E674-94C50BF23721}"/>
              </a:ext>
            </a:extLst>
          </p:cNvPr>
          <p:cNvCxnSpPr>
            <a:cxnSpLocks/>
          </p:cNvCxnSpPr>
          <p:nvPr/>
        </p:nvCxnSpPr>
        <p:spPr>
          <a:xfrm>
            <a:off x="6128792" y="2367064"/>
            <a:ext cx="0" cy="284217"/>
          </a:xfrm>
          <a:prstGeom prst="line">
            <a:avLst/>
          </a:prstGeom>
          <a:ln w="19050">
            <a:solidFill>
              <a:srgbClr val="5662F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B94F53FF-3B12-83A2-8D0E-B8ABC8141FE1}"/>
              </a:ext>
            </a:extLst>
          </p:cNvPr>
          <p:cNvSpPr/>
          <p:nvPr/>
        </p:nvSpPr>
        <p:spPr>
          <a:xfrm>
            <a:off x="8401582" y="4854418"/>
            <a:ext cx="1866687" cy="3504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Node Package Manage (npm)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noProof="1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Packages.json</a:t>
            </a:r>
            <a:endParaRPr kumimoji="0" lang="en-US" sz="90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87ADC763-C988-364D-6353-DE5F3F7DDA5F}"/>
              </a:ext>
            </a:extLst>
          </p:cNvPr>
          <p:cNvCxnSpPr>
            <a:cxnSpLocks/>
            <a:stCxn id="75" idx="1"/>
            <a:endCxn id="56" idx="3"/>
          </p:cNvCxnSpPr>
          <p:nvPr/>
        </p:nvCxnSpPr>
        <p:spPr>
          <a:xfrm rot="10800000" flipV="1">
            <a:off x="2879387" y="4075134"/>
            <a:ext cx="2000130" cy="1492748"/>
          </a:xfrm>
          <a:prstGeom prst="bentConnector3">
            <a:avLst>
              <a:gd name="adj1" fmla="val 50000"/>
            </a:avLst>
          </a:prstGeom>
          <a:ln w="19050">
            <a:solidFill>
              <a:srgbClr val="5662F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E8CC825-A780-1821-41B4-03DDF50C6B9D}"/>
              </a:ext>
            </a:extLst>
          </p:cNvPr>
          <p:cNvSpPr/>
          <p:nvPr/>
        </p:nvSpPr>
        <p:spPr>
          <a:xfrm>
            <a:off x="575373" y="1844944"/>
            <a:ext cx="2226326" cy="4791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Components v2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(40x max)</a:t>
            </a:r>
            <a:endParaRPr kumimoji="0" lang="en-AU" sz="7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D49B2D-E304-B1DC-2495-6D45549C3EBD}"/>
              </a:ext>
            </a:extLst>
          </p:cNvPr>
          <p:cNvSpPr/>
          <p:nvPr/>
        </p:nvSpPr>
        <p:spPr>
          <a:xfrm>
            <a:off x="703180" y="1942368"/>
            <a:ext cx="1220129" cy="3436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Configured Interaction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/api</a:t>
            </a:r>
            <a:endParaRPr kumimoji="0" lang="en-AU" sz="60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8804CA3-0E3D-A8EF-6D57-18CB869E0AAA}"/>
              </a:ext>
            </a:extLst>
          </p:cNvPr>
          <p:cNvSpPr/>
          <p:nvPr/>
        </p:nvSpPr>
        <p:spPr>
          <a:xfrm>
            <a:off x="324058" y="2561508"/>
            <a:ext cx="2734372" cy="12867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Discord Guilds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F6D3C98-6E16-DA31-FCCB-B43BA71DC19F}"/>
              </a:ext>
            </a:extLst>
          </p:cNvPr>
          <p:cNvSpPr/>
          <p:nvPr/>
        </p:nvSpPr>
        <p:spPr>
          <a:xfrm>
            <a:off x="371826" y="3287454"/>
            <a:ext cx="2605829" cy="473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72000" bIns="7200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Data Structures (/api)</a:t>
            </a:r>
            <a:endParaRPr kumimoji="0" lang="en-AU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CA53390-042F-BA9E-F973-8B4707CD94DB}"/>
              </a:ext>
            </a:extLst>
          </p:cNvPr>
          <p:cNvSpPr/>
          <p:nvPr/>
        </p:nvSpPr>
        <p:spPr>
          <a:xfrm>
            <a:off x="710944" y="922886"/>
            <a:ext cx="1118392" cy="14427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Guild Roles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5AD9E05-E02C-2CEB-7A0F-5645C4995CB7}"/>
              </a:ext>
            </a:extLst>
          </p:cNvPr>
          <p:cNvSpPr txBox="1"/>
          <p:nvPr/>
        </p:nvSpPr>
        <p:spPr>
          <a:xfrm>
            <a:off x="698277" y="769335"/>
            <a:ext cx="608818" cy="1443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User</a:t>
            </a:r>
            <a:endParaRPr kumimoji="0" lang="en-AU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91" name="Picture 90" descr="A cartoon of a child&#10;&#10;Description automatically generated">
            <a:extLst>
              <a:ext uri="{FF2B5EF4-FFF2-40B4-BE49-F238E27FC236}">
                <a16:creationId xmlns:a16="http://schemas.microsoft.com/office/drawing/2014/main" id="{54721301-59DC-C988-12EF-3265422C88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31" y="765271"/>
            <a:ext cx="312877" cy="312877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01C8FC14-502C-E959-44EE-B3B561213FAD}"/>
              </a:ext>
            </a:extLst>
          </p:cNvPr>
          <p:cNvSpPr/>
          <p:nvPr/>
        </p:nvSpPr>
        <p:spPr>
          <a:xfrm>
            <a:off x="1829336" y="3542872"/>
            <a:ext cx="1118392" cy="14427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Guild Roles</a:t>
            </a: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5B6E5DB1-047B-44BF-F810-B49F5BE9261E}"/>
              </a:ext>
            </a:extLst>
          </p:cNvPr>
          <p:cNvCxnSpPr>
            <a:cxnSpLocks/>
            <a:stCxn id="26" idx="1"/>
            <a:endCxn id="91" idx="2"/>
          </p:cNvCxnSpPr>
          <p:nvPr/>
        </p:nvCxnSpPr>
        <p:spPr>
          <a:xfrm rot="10800000">
            <a:off x="440070" y="1078148"/>
            <a:ext cx="263110" cy="1036036"/>
          </a:xfrm>
          <a:prstGeom prst="bentConnector2">
            <a:avLst/>
          </a:prstGeom>
          <a:ln w="19050">
            <a:solidFill>
              <a:srgbClr val="5662F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102">
            <a:extLst>
              <a:ext uri="{FF2B5EF4-FFF2-40B4-BE49-F238E27FC236}">
                <a16:creationId xmlns:a16="http://schemas.microsoft.com/office/drawing/2014/main" id="{28CBD805-4FDC-1889-2C2D-0AA4F5D042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410" y="3513"/>
            <a:ext cx="720590" cy="693148"/>
          </a:xfrm>
          <a:prstGeom prst="rect">
            <a:avLst/>
          </a:prstGeom>
        </p:spPr>
      </p:pic>
      <p:sp>
        <p:nvSpPr>
          <p:cNvPr id="113" name="Rectangle 112">
            <a:extLst>
              <a:ext uri="{FF2B5EF4-FFF2-40B4-BE49-F238E27FC236}">
                <a16:creationId xmlns:a16="http://schemas.microsoft.com/office/drawing/2014/main" id="{67B389F8-A454-DE11-57D7-567C1D36C8E0}"/>
              </a:ext>
            </a:extLst>
          </p:cNvPr>
          <p:cNvSpPr/>
          <p:nvPr/>
        </p:nvSpPr>
        <p:spPr>
          <a:xfrm>
            <a:off x="549110" y="5293807"/>
            <a:ext cx="798374" cy="1442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⚡Immediate-New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E4288B4-6954-73BF-EE48-1805FF618126}"/>
              </a:ext>
            </a:extLst>
          </p:cNvPr>
          <p:cNvSpPr/>
          <p:nvPr/>
        </p:nvSpPr>
        <p:spPr>
          <a:xfrm>
            <a:off x="549110" y="5482876"/>
            <a:ext cx="798374" cy="1442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>
              <a:defRPr/>
            </a:pPr>
            <a:r>
              <a:rPr lang="en-US" sz="6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⚡Immediate-Update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6BB1551-66FD-7152-EB71-E465DBD03DAE}"/>
              </a:ext>
            </a:extLst>
          </p:cNvPr>
          <p:cNvSpPr/>
          <p:nvPr/>
        </p:nvSpPr>
        <p:spPr>
          <a:xfrm>
            <a:off x="1545431" y="5293807"/>
            <a:ext cx="1250681" cy="1442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🔄️Deferred-New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B8B1A05-3BE8-BDC4-C60A-6D136A91790E}"/>
              </a:ext>
            </a:extLst>
          </p:cNvPr>
          <p:cNvSpPr/>
          <p:nvPr/>
        </p:nvSpPr>
        <p:spPr>
          <a:xfrm>
            <a:off x="1545431" y="5482876"/>
            <a:ext cx="1250681" cy="1442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sz="6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🔄️Deferred-Update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17EFABE-89A8-1C82-0745-0FA9DEFD435A}"/>
              </a:ext>
            </a:extLst>
          </p:cNvPr>
          <p:cNvSpPr/>
          <p:nvPr/>
        </p:nvSpPr>
        <p:spPr>
          <a:xfrm>
            <a:off x="1511440" y="5695148"/>
            <a:ext cx="1348442" cy="5668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dirty="0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Webhook | Respond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54C51DF-5DA6-E2A5-DCD0-3B1813DE3E5B}"/>
              </a:ext>
            </a:extLst>
          </p:cNvPr>
          <p:cNvSpPr/>
          <p:nvPr/>
        </p:nvSpPr>
        <p:spPr>
          <a:xfrm>
            <a:off x="6799003" y="3947926"/>
            <a:ext cx="1912382" cy="356489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hasAdminPermissions(member)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  </a:t>
            </a:r>
            <a:r>
              <a:rPr kumimoji="0" lang="en-US" sz="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ADMINISTRATOR, MANAGE_ROLES, MANAGE_CHANNELS , MANAGE_GUILD, ..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4923E0D-0597-A7A6-A550-978C7D3A81D0}"/>
              </a:ext>
            </a:extLst>
          </p:cNvPr>
          <p:cNvSpPr/>
          <p:nvPr/>
        </p:nvSpPr>
        <p:spPr>
          <a:xfrm rot="16200000">
            <a:off x="1972076" y="3203172"/>
            <a:ext cx="4991866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Interactions API</a:t>
            </a:r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179F1C5-ABD7-21E7-C022-D6737C5C73D1}"/>
              </a:ext>
            </a:extLst>
          </p:cNvPr>
          <p:cNvCxnSpPr>
            <a:cxnSpLocks/>
          </p:cNvCxnSpPr>
          <p:nvPr/>
        </p:nvCxnSpPr>
        <p:spPr>
          <a:xfrm>
            <a:off x="6128792" y="2858279"/>
            <a:ext cx="0" cy="775571"/>
          </a:xfrm>
          <a:prstGeom prst="line">
            <a:avLst/>
          </a:prstGeom>
          <a:ln w="19050">
            <a:solidFill>
              <a:srgbClr val="5662F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865E59E-A299-4851-16F5-7256A53142AE}"/>
              </a:ext>
            </a:extLst>
          </p:cNvPr>
          <p:cNvSpPr/>
          <p:nvPr/>
        </p:nvSpPr>
        <p:spPr>
          <a:xfrm>
            <a:off x="1563454" y="5915521"/>
            <a:ext cx="1238245" cy="1442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🔗Webhook-Post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59CD56D-6754-28DF-B3B2-9487F0C6D961}"/>
              </a:ext>
            </a:extLst>
          </p:cNvPr>
          <p:cNvSpPr/>
          <p:nvPr/>
        </p:nvSpPr>
        <p:spPr>
          <a:xfrm>
            <a:off x="1563454" y="6077796"/>
            <a:ext cx="1238245" cy="1442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🔗Webhook-Patch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4D6CABA-6CD5-AAD1-D02F-C1F26DAD0EE8}"/>
              </a:ext>
            </a:extLst>
          </p:cNvPr>
          <p:cNvSpPr/>
          <p:nvPr/>
        </p:nvSpPr>
        <p:spPr>
          <a:xfrm>
            <a:off x="371825" y="2838029"/>
            <a:ext cx="2592000" cy="380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432000" bIns="72000" rtlCol="0" anchor="t"/>
          <a:lstStyle/>
          <a:p>
            <a:pPr lvl="0" algn="r"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Guild Install</a:t>
            </a:r>
            <a:r>
              <a:rPr lang="en-US" sz="800" b="1" dirty="0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| CastBot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1024" name="Picture 1023">
            <a:extLst>
              <a:ext uri="{FF2B5EF4-FFF2-40B4-BE49-F238E27FC236}">
                <a16:creationId xmlns:a16="http://schemas.microsoft.com/office/drawing/2014/main" id="{C84884DE-D61E-2383-7ACB-10274DF49B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39" y="2879333"/>
            <a:ext cx="276516" cy="265986"/>
          </a:xfrm>
          <a:prstGeom prst="rect">
            <a:avLst/>
          </a:prstGeom>
        </p:spPr>
      </p:pic>
      <p:sp>
        <p:nvSpPr>
          <p:cNvPr id="1025" name="Rectangle 1024">
            <a:extLst>
              <a:ext uri="{FF2B5EF4-FFF2-40B4-BE49-F238E27FC236}">
                <a16:creationId xmlns:a16="http://schemas.microsoft.com/office/drawing/2014/main" id="{0807B021-65E7-4F29-EE04-82C1189FD640}"/>
              </a:ext>
            </a:extLst>
          </p:cNvPr>
          <p:cNvSpPr/>
          <p:nvPr/>
        </p:nvSpPr>
        <p:spPr>
          <a:xfrm>
            <a:off x="429971" y="2901633"/>
            <a:ext cx="763830" cy="270344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CastBot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Integration Role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ADMINISTRATOR</a:t>
            </a:r>
            <a:endParaRPr kumimoji="0" lang="en-US" sz="6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6C19CE2B-5B80-4CC5-4DF1-E688CE3B6485}"/>
              </a:ext>
            </a:extLst>
          </p:cNvPr>
          <p:cNvCxnSpPr>
            <a:cxnSpLocks/>
            <a:endCxn id="26" idx="2"/>
          </p:cNvCxnSpPr>
          <p:nvPr/>
        </p:nvCxnSpPr>
        <p:spPr>
          <a:xfrm flipH="1" flipV="1">
            <a:off x="1313245" y="2286000"/>
            <a:ext cx="11192" cy="2190751"/>
          </a:xfrm>
          <a:prstGeom prst="line">
            <a:avLst/>
          </a:prstGeom>
          <a:ln w="19050">
            <a:solidFill>
              <a:srgbClr val="5662F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D35E6CB6-3B2B-10AA-AFED-EB770DC510A0}"/>
              </a:ext>
            </a:extLst>
          </p:cNvPr>
          <p:cNvSpPr/>
          <p:nvPr/>
        </p:nvSpPr>
        <p:spPr>
          <a:xfrm>
            <a:off x="1012032" y="2114184"/>
            <a:ext cx="847232" cy="1442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🧩Pattern</a:t>
            </a:r>
          </a:p>
        </p:txBody>
      </p:sp>
    </p:spTree>
    <p:extLst>
      <p:ext uri="{BB962C8B-B14F-4D97-AF65-F5344CB8AC3E}">
        <p14:creationId xmlns:p14="http://schemas.microsoft.com/office/powerpoint/2010/main" val="48392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272C9-5119-8465-5187-37C78F31E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8D0C0F6-984D-B7ED-F01B-545FB2423642}"/>
              </a:ext>
            </a:extLst>
          </p:cNvPr>
          <p:cNvSpPr/>
          <p:nvPr/>
        </p:nvSpPr>
        <p:spPr>
          <a:xfrm>
            <a:off x="4724400" y="1795445"/>
            <a:ext cx="5630047" cy="5039420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bIns="72000" rtlCol="0" anchor="t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Localhost | 127.0.0.1:3000</a:t>
            </a:r>
            <a:endParaRPr kumimoji="0" lang="en-US" sz="1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A48F33B-CA3F-CE08-C637-9546B45819AA}"/>
              </a:ext>
            </a:extLst>
          </p:cNvPr>
          <p:cNvSpPr/>
          <p:nvPr/>
        </p:nvSpPr>
        <p:spPr>
          <a:xfrm>
            <a:off x="324059" y="1027742"/>
            <a:ext cx="1940458" cy="2200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Discord Admin Console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Castbot Application</a:t>
            </a:r>
            <a:endParaRPr kumimoji="0" lang="en-AU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625BCA2-1B03-422E-E9A6-6DF6A4503B3C}"/>
              </a:ext>
            </a:extLst>
          </p:cNvPr>
          <p:cNvSpPr/>
          <p:nvPr/>
        </p:nvSpPr>
        <p:spPr>
          <a:xfrm>
            <a:off x="371827" y="2931025"/>
            <a:ext cx="1837972" cy="250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🔑 Credentials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D848CD-2E3E-725C-5BEF-DB7D2BCF7039}"/>
              </a:ext>
            </a:extLst>
          </p:cNvPr>
          <p:cNvSpPr/>
          <p:nvPr/>
        </p:nvSpPr>
        <p:spPr>
          <a:xfrm>
            <a:off x="4818559" y="3342140"/>
            <a:ext cx="2620467" cy="21730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app.js | </a:t>
            </a: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Express App |Port 3000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22D68AD-8F9D-4BE2-6041-F1DB84A686EB}"/>
              </a:ext>
            </a:extLst>
          </p:cNvPr>
          <p:cNvSpPr/>
          <p:nvPr/>
        </p:nvSpPr>
        <p:spPr>
          <a:xfrm>
            <a:off x="371826" y="1486228"/>
            <a:ext cx="1837973" cy="4527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Interactions Endpoint Config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&lt;ngrok URL&gt;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52C0337-0634-0448-C984-1E6686B76FA4}"/>
              </a:ext>
            </a:extLst>
          </p:cNvPr>
          <p:cNvSpPr/>
          <p:nvPr/>
        </p:nvSpPr>
        <p:spPr>
          <a:xfrm>
            <a:off x="6362178" y="3575117"/>
            <a:ext cx="1022445" cy="3685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discord-interactions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(v2 API)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BE91E18-1A31-A159-0E4E-F19AFF508137}"/>
              </a:ext>
            </a:extLst>
          </p:cNvPr>
          <p:cNvSpPr/>
          <p:nvPr/>
        </p:nvSpPr>
        <p:spPr>
          <a:xfrm>
            <a:off x="4879518" y="3580791"/>
            <a:ext cx="1421701" cy="3685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express : node.js app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framework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A1AE51-465C-700D-ED41-0D767A88A309}"/>
              </a:ext>
            </a:extLst>
          </p:cNvPr>
          <p:cNvSpPr/>
          <p:nvPr/>
        </p:nvSpPr>
        <p:spPr>
          <a:xfrm rot="16200000">
            <a:off x="392727" y="2982598"/>
            <a:ext cx="4275473" cy="365760"/>
          </a:xfrm>
          <a:prstGeom prst="rect">
            <a:avLst/>
          </a:prstGeom>
          <a:solidFill>
            <a:srgbClr val="5662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Discord (HTTP API)</a:t>
            </a:r>
            <a:endParaRPr kumimoji="0" lang="en-AU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FFBE53-1B70-6B19-D678-1904FFB7D9CD}"/>
              </a:ext>
            </a:extLst>
          </p:cNvPr>
          <p:cNvSpPr/>
          <p:nvPr/>
        </p:nvSpPr>
        <p:spPr>
          <a:xfrm rot="16200000">
            <a:off x="2430675" y="3294937"/>
            <a:ext cx="4074669" cy="365760"/>
          </a:xfrm>
          <a:prstGeom prst="rect">
            <a:avLst/>
          </a:prstGeom>
          <a:solidFill>
            <a:srgbClr val="5662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r>
              <a:rPr lang="en-US" sz="1050" b="1" noProof="1">
                <a:solidFill>
                  <a:prstClr val="whit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Interactions API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1736B29-B380-F8DA-4231-8A3FEEB17931}"/>
              </a:ext>
            </a:extLst>
          </p:cNvPr>
          <p:cNvSpPr/>
          <p:nvPr/>
        </p:nvSpPr>
        <p:spPr>
          <a:xfrm rot="16200000">
            <a:off x="2340671" y="1138165"/>
            <a:ext cx="378620" cy="30488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GET</a:t>
            </a:r>
            <a:endParaRPr kumimoji="0" lang="en-AU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511487E-D13E-F4D9-D8A0-574230C14B07}"/>
              </a:ext>
            </a:extLst>
          </p:cNvPr>
          <p:cNvSpPr/>
          <p:nvPr/>
        </p:nvSpPr>
        <p:spPr>
          <a:xfrm>
            <a:off x="4724400" y="1440483"/>
            <a:ext cx="5630047" cy="324000"/>
          </a:xfrm>
          <a:prstGeom prst="rect">
            <a:avLst/>
          </a:prstGeom>
          <a:solidFill>
            <a:srgbClr val="0081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bIns="72000" rtlCol="0" anchor="ctr"/>
          <a:lstStyle/>
          <a:p>
            <a:pPr marL="2698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        </a:t>
            </a:r>
            <a:r>
              <a:rPr kumimoji="0" lang="en-US" sz="105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Hosting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7A1649E-7994-98DC-D225-98C2F6E3E4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9" t="10417" r="23056" b="35972"/>
          <a:stretch/>
        </p:blipFill>
        <p:spPr bwMode="auto">
          <a:xfrm>
            <a:off x="4811536" y="1509993"/>
            <a:ext cx="179268" cy="181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E60528B8-2B96-D476-B537-8C1B6F39D09E}"/>
              </a:ext>
            </a:extLst>
          </p:cNvPr>
          <p:cNvSpPr/>
          <p:nvPr/>
        </p:nvSpPr>
        <p:spPr>
          <a:xfrm>
            <a:off x="5991226" y="1510796"/>
            <a:ext cx="4262439" cy="189798"/>
          </a:xfrm>
          <a:prstGeom prst="rect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Interactions endpoint | https://1fd1-2403-580f-5cc9-0-440e-d63b-6cbd-c45f.ngrok-free.app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C2EA1C8-824F-C1E2-69C7-8E2415FB42B3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713346" y="1602483"/>
            <a:ext cx="2011054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EA5E5E8-37A2-75A4-585C-2C4F917B6517}"/>
              </a:ext>
            </a:extLst>
          </p:cNvPr>
          <p:cNvSpPr/>
          <p:nvPr/>
        </p:nvSpPr>
        <p:spPr>
          <a:xfrm>
            <a:off x="4818559" y="5808497"/>
            <a:ext cx="5449712" cy="972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playerData.json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5F2355-96E6-C042-4C57-189DAB418681}"/>
              </a:ext>
            </a:extLst>
          </p:cNvPr>
          <p:cNvSpPr/>
          <p:nvPr/>
        </p:nvSpPr>
        <p:spPr>
          <a:xfrm>
            <a:off x="4879517" y="6032541"/>
            <a:ext cx="5245559" cy="665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Servers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121AF4-D056-2260-9997-D0E76C8FED8D}"/>
              </a:ext>
            </a:extLst>
          </p:cNvPr>
          <p:cNvSpPr/>
          <p:nvPr/>
        </p:nvSpPr>
        <p:spPr>
          <a:xfrm>
            <a:off x="6162383" y="6259773"/>
            <a:ext cx="1154278" cy="312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Players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&gt; Ages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2E0970-5D15-0C56-E54C-008176F7B2E9}"/>
              </a:ext>
            </a:extLst>
          </p:cNvPr>
          <p:cNvSpPr/>
          <p:nvPr/>
        </p:nvSpPr>
        <p:spPr>
          <a:xfrm>
            <a:off x="4931744" y="6259774"/>
            <a:ext cx="1154278" cy="3124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Tribes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C55D07-4D18-7B58-0832-D5C10161ED38}"/>
              </a:ext>
            </a:extLst>
          </p:cNvPr>
          <p:cNvSpPr/>
          <p:nvPr/>
        </p:nvSpPr>
        <p:spPr>
          <a:xfrm>
            <a:off x="7414842" y="6259774"/>
            <a:ext cx="529756" cy="312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Pronouns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00AB1-1CF1-D8DF-BF6C-CDC1F8BBAA97}"/>
              </a:ext>
            </a:extLst>
          </p:cNvPr>
          <p:cNvSpPr/>
          <p:nvPr/>
        </p:nvSpPr>
        <p:spPr>
          <a:xfrm>
            <a:off x="7533185" y="3342140"/>
            <a:ext cx="2735086" cy="17819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commands.js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noProof="1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Discord API registration details only.</a:t>
            </a:r>
            <a:endParaRPr kumimoji="0" lang="en-US" sz="70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1D81F6-8194-3FDC-C572-EED98F521BB5}"/>
              </a:ext>
            </a:extLst>
          </p:cNvPr>
          <p:cNvSpPr/>
          <p:nvPr/>
        </p:nvSpPr>
        <p:spPr>
          <a:xfrm>
            <a:off x="7594174" y="4021272"/>
            <a:ext cx="1154278" cy="1749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/add_tribe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2966FC-3238-4708-678A-C0385E63A1FD}"/>
              </a:ext>
            </a:extLst>
          </p:cNvPr>
          <p:cNvSpPr/>
          <p:nvPr/>
        </p:nvSpPr>
        <p:spPr>
          <a:xfrm>
            <a:off x="7594174" y="4236398"/>
            <a:ext cx="1154278" cy="1749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/castlist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E0B592-A191-2F4D-B0C8-59CC11C9863D}"/>
              </a:ext>
            </a:extLst>
          </p:cNvPr>
          <p:cNvSpPr/>
          <p:nvPr/>
        </p:nvSpPr>
        <p:spPr>
          <a:xfrm>
            <a:off x="4833168" y="2978538"/>
            <a:ext cx="5435104" cy="213181"/>
          </a:xfrm>
          <a:prstGeom prst="rect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.env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C1329B-4DDF-0A5F-2534-AD8E6105CF12}"/>
              </a:ext>
            </a:extLst>
          </p:cNvPr>
          <p:cNvSpPr/>
          <p:nvPr/>
        </p:nvSpPr>
        <p:spPr>
          <a:xfrm>
            <a:off x="4885275" y="3025905"/>
            <a:ext cx="1010863" cy="1291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🔑 Credentials (.env)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069EEF-BBDB-B7FD-14DE-2F79958CF8A3}"/>
              </a:ext>
            </a:extLst>
          </p:cNvPr>
          <p:cNvSpPr/>
          <p:nvPr/>
        </p:nvSpPr>
        <p:spPr>
          <a:xfrm>
            <a:off x="324059" y="3343993"/>
            <a:ext cx="1940458" cy="1959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Discord Guilds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0DEF379-BCBE-1A5B-BCBD-CF54B3956741}"/>
              </a:ext>
            </a:extLst>
          </p:cNvPr>
          <p:cNvSpPr/>
          <p:nvPr/>
        </p:nvSpPr>
        <p:spPr>
          <a:xfrm>
            <a:off x="371827" y="3674788"/>
            <a:ext cx="1793176" cy="331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Data Structures (/api)</a:t>
            </a:r>
            <a:endParaRPr kumimoji="0" lang="en-AU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19B287-9744-BF99-DF50-E5221EEE1064}"/>
              </a:ext>
            </a:extLst>
          </p:cNvPr>
          <p:cNvSpPr/>
          <p:nvPr/>
        </p:nvSpPr>
        <p:spPr>
          <a:xfrm>
            <a:off x="371827" y="4050401"/>
            <a:ext cx="1793176" cy="331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Castbot |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Guild Install</a:t>
            </a:r>
            <a:endParaRPr kumimoji="0" lang="en-AU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51" name="Picture 50" descr="A blue square with a white face on it&#10;&#10;Description automatically generated">
            <a:extLst>
              <a:ext uri="{FF2B5EF4-FFF2-40B4-BE49-F238E27FC236}">
                <a16:creationId xmlns:a16="http://schemas.microsoft.com/office/drawing/2014/main" id="{5AF8EB8B-B5EF-0E52-BBC5-2B392EB4E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1" t="16196" r="15206" b="16357"/>
          <a:stretch/>
        </p:blipFill>
        <p:spPr>
          <a:xfrm>
            <a:off x="404812" y="4105339"/>
            <a:ext cx="170561" cy="173951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AB5ABFEC-26B8-A00B-9EDF-E2A883BD9A7A}"/>
              </a:ext>
            </a:extLst>
          </p:cNvPr>
          <p:cNvSpPr/>
          <p:nvPr/>
        </p:nvSpPr>
        <p:spPr>
          <a:xfrm rot="16200000">
            <a:off x="2323946" y="1580469"/>
            <a:ext cx="412069" cy="30488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PUT</a:t>
            </a:r>
            <a:endParaRPr kumimoji="0" lang="en-AU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B55A0F4-7A1E-FFC5-98CB-8EB092D676A6}"/>
              </a:ext>
            </a:extLst>
          </p:cNvPr>
          <p:cNvSpPr/>
          <p:nvPr/>
        </p:nvSpPr>
        <p:spPr>
          <a:xfrm>
            <a:off x="7996824" y="6259774"/>
            <a:ext cx="570352" cy="312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Timezones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FCD6936-F526-AFFE-C0AD-977857B11EC7}"/>
              </a:ext>
            </a:extLst>
          </p:cNvPr>
          <p:cNvSpPr/>
          <p:nvPr/>
        </p:nvSpPr>
        <p:spPr>
          <a:xfrm>
            <a:off x="5620204" y="6297490"/>
            <a:ext cx="428384" cy="1103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castlist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38AE7F-227C-45E4-78B4-06565C9FB0A0}"/>
              </a:ext>
            </a:extLst>
          </p:cNvPr>
          <p:cNvSpPr/>
          <p:nvPr/>
        </p:nvSpPr>
        <p:spPr>
          <a:xfrm>
            <a:off x="7594174" y="4451524"/>
            <a:ext cx="1154278" cy="1749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/clear_tribe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6ED9AF-0FBA-2492-9D81-0EF2D98136A1}"/>
              </a:ext>
            </a:extLst>
          </p:cNvPr>
          <p:cNvSpPr/>
          <p:nvPr/>
        </p:nvSpPr>
        <p:spPr>
          <a:xfrm>
            <a:off x="7594174" y="4666650"/>
            <a:ext cx="1154278" cy="1749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/setup_castbot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7EF-095D-5D93-E649-F18C05FF6E9C}"/>
              </a:ext>
            </a:extLst>
          </p:cNvPr>
          <p:cNvSpPr/>
          <p:nvPr/>
        </p:nvSpPr>
        <p:spPr>
          <a:xfrm>
            <a:off x="7594174" y="4881776"/>
            <a:ext cx="1154278" cy="1749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…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64DF70-E073-0995-1604-8BBBA429C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867" y="1523531"/>
            <a:ext cx="450032" cy="167454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C2ACACB-3CBB-5549-B5ED-E2BA7C34A330}"/>
              </a:ext>
            </a:extLst>
          </p:cNvPr>
          <p:cNvSpPr/>
          <p:nvPr/>
        </p:nvSpPr>
        <p:spPr>
          <a:xfrm>
            <a:off x="4811536" y="2122455"/>
            <a:ext cx="5456735" cy="34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▶️ </a:t>
            </a:r>
            <a:r>
              <a:rPr lang="en-US" sz="900" b="1" noProof="1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ngrok http 3000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noProof="1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Ngrok terminal services and forwarding interface (from URL above to 127.0.0.1:3000)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F5E89F2-17DA-8771-8854-0E741E5A41E4}"/>
              </a:ext>
            </a:extLst>
          </p:cNvPr>
          <p:cNvCxnSpPr>
            <a:cxnSpLocks/>
          </p:cNvCxnSpPr>
          <p:nvPr/>
        </p:nvCxnSpPr>
        <p:spPr>
          <a:xfrm>
            <a:off x="7996824" y="1700594"/>
            <a:ext cx="0" cy="525123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EBFD54D5-9621-A84E-2E25-260F7AA4D678}"/>
              </a:ext>
            </a:extLst>
          </p:cNvPr>
          <p:cNvSpPr/>
          <p:nvPr/>
        </p:nvSpPr>
        <p:spPr>
          <a:xfrm>
            <a:off x="4879518" y="4021272"/>
            <a:ext cx="2505105" cy="13268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/commands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noProof="1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Underlying implementation code and logic.</a:t>
            </a:r>
            <a:endParaRPr kumimoji="0" lang="en-US" sz="7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2487154-4D82-6535-E8BA-A937FC9E506E}"/>
              </a:ext>
            </a:extLst>
          </p:cNvPr>
          <p:cNvSpPr/>
          <p:nvPr/>
        </p:nvSpPr>
        <p:spPr>
          <a:xfrm>
            <a:off x="7533185" y="5177288"/>
            <a:ext cx="2735086" cy="5481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deploy-commands.js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noProof="1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Deploy to Discord.</a:t>
            </a:r>
            <a:endParaRPr kumimoji="0" lang="en-US" sz="70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C8805CE-810A-17EB-2ECE-F2B82FA5D7F6}"/>
              </a:ext>
            </a:extLst>
          </p:cNvPr>
          <p:cNvSpPr/>
          <p:nvPr/>
        </p:nvSpPr>
        <p:spPr>
          <a:xfrm>
            <a:off x="4818560" y="2578687"/>
            <a:ext cx="5449711" cy="3504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▶️ node app.js (node 22.11.0)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Start express server running instance of app | Port 3000 [localhost:3000]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A9F1737-381A-5A33-521F-5C265C8970F4}"/>
              </a:ext>
            </a:extLst>
          </p:cNvPr>
          <p:cNvCxnSpPr>
            <a:cxnSpLocks/>
          </p:cNvCxnSpPr>
          <p:nvPr/>
        </p:nvCxnSpPr>
        <p:spPr>
          <a:xfrm>
            <a:off x="7996824" y="2471655"/>
            <a:ext cx="0" cy="156969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5A0BBAD-D584-2EB6-24F3-AD4CA395D9FA}"/>
              </a:ext>
            </a:extLst>
          </p:cNvPr>
          <p:cNvCxnSpPr>
            <a:cxnSpLocks/>
          </p:cNvCxnSpPr>
          <p:nvPr/>
        </p:nvCxnSpPr>
        <p:spPr>
          <a:xfrm>
            <a:off x="7134811" y="2938991"/>
            <a:ext cx="0" cy="403149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A9690F8-5B19-E148-7270-E0DECA6B095E}"/>
              </a:ext>
            </a:extLst>
          </p:cNvPr>
          <p:cNvCxnSpPr>
            <a:cxnSpLocks/>
          </p:cNvCxnSpPr>
          <p:nvPr/>
        </p:nvCxnSpPr>
        <p:spPr>
          <a:xfrm>
            <a:off x="2713346" y="5094606"/>
            <a:ext cx="2011054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84EC0D7-335D-9186-8153-F9A2E8C85801}"/>
              </a:ext>
            </a:extLst>
          </p:cNvPr>
          <p:cNvCxnSpPr>
            <a:cxnSpLocks/>
          </p:cNvCxnSpPr>
          <p:nvPr/>
        </p:nvCxnSpPr>
        <p:spPr>
          <a:xfrm>
            <a:off x="2165003" y="5212157"/>
            <a:ext cx="5523577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BA177EA-90D1-0101-F3FD-35876D570734}"/>
              </a:ext>
            </a:extLst>
          </p:cNvPr>
          <p:cNvSpPr/>
          <p:nvPr/>
        </p:nvSpPr>
        <p:spPr>
          <a:xfrm>
            <a:off x="0" y="-1"/>
            <a:ext cx="12192000" cy="723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6540D0-13FA-2EBF-D5C2-99607800785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0408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CASTBOT DEV ARCHITECTRURE</a:t>
            </a:r>
          </a:p>
        </p:txBody>
      </p:sp>
      <p:pic>
        <p:nvPicPr>
          <p:cNvPr id="33" name="Picture 32" descr="The image features a simple, vibrant, pink, circular robot with a smiling face, set against a colorful, glowing background.&#10;&#10;AI-generated content may be incorrect.">
            <a:extLst>
              <a:ext uri="{FF2B5EF4-FFF2-40B4-BE49-F238E27FC236}">
                <a16:creationId xmlns:a16="http://schemas.microsoft.com/office/drawing/2014/main" id="{106EE498-2012-74FC-9429-8BFD656D50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410" y="0"/>
            <a:ext cx="721519" cy="721519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FBFA8DC1-838C-40B1-BACF-67EFE5A940F5}"/>
              </a:ext>
            </a:extLst>
          </p:cNvPr>
          <p:cNvSpPr/>
          <p:nvPr/>
        </p:nvSpPr>
        <p:spPr>
          <a:xfrm>
            <a:off x="4724400" y="849541"/>
            <a:ext cx="5630047" cy="267563"/>
          </a:xfrm>
          <a:prstGeom prst="rect">
            <a:avLst/>
          </a:prstGeom>
          <a:solidFill>
            <a:srgbClr val="0081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bIns="72000" rtlCol="0" anchor="t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Reece’s Windows Laptop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FF880D-F982-928F-17B5-1EDDDA88F6F5}"/>
              </a:ext>
            </a:extLst>
          </p:cNvPr>
          <p:cNvSpPr/>
          <p:nvPr/>
        </p:nvSpPr>
        <p:spPr>
          <a:xfrm>
            <a:off x="4724400" y="1173036"/>
            <a:ext cx="5630047" cy="221423"/>
          </a:xfrm>
          <a:prstGeom prst="rect">
            <a:avLst/>
          </a:prstGeom>
          <a:solidFill>
            <a:srgbClr val="0081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bIns="72000" rtlCol="0" anchor="t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WSL</a:t>
            </a:r>
          </a:p>
        </p:txBody>
      </p:sp>
    </p:spTree>
    <p:extLst>
      <p:ext uri="{BB962C8B-B14F-4D97-AF65-F5344CB8AC3E}">
        <p14:creationId xmlns:p14="http://schemas.microsoft.com/office/powerpoint/2010/main" val="3196253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17974</TotalTime>
  <Words>500</Words>
  <Application>Microsoft Office PowerPoint</Application>
  <PresentationFormat>Widescreen</PresentationFormat>
  <Paragraphs>135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Open Sans</vt:lpstr>
      <vt:lpstr>Open Sans SemiBold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Reece Wags</dc:creator>
  <cp:lastModifiedBy>Reece W</cp:lastModifiedBy>
  <cp:revision>4</cp:revision>
  <dcterms:created xsi:type="dcterms:W3CDTF">2023-06-25T13:30:03Z</dcterms:created>
  <dcterms:modified xsi:type="dcterms:W3CDTF">2026-06-12T11:04:06Z</dcterms:modified>
</cp:coreProperties>
</file>